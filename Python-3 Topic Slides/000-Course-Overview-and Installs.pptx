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</p:sldIdLst>
  <p:sldSz cy="5143500" cx="9144000"/>
  <p:notesSz cx="6858000" cy="9144000"/>
  <p:embeddedFontLst>
    <p:embeddedFont>
      <p:font typeface="Montserrat"/>
      <p:regular r:id="rId55"/>
      <p:bold r:id="rId56"/>
      <p:italic r:id="rId57"/>
      <p:boldItalic r:id="rId58"/>
    </p:embeddedFont>
    <p:embeddedFont>
      <p:font typeface="Overpass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Overpass-boldItalic.fntdata"/><Relationship Id="rId61" Type="http://schemas.openxmlformats.org/officeDocument/2006/relationships/font" Target="fonts/Overpass-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Overpass-bold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font" Target="fonts/Montserrat-regular.fntdata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font" Target="fonts/Montserrat-italic.fntdata"/><Relationship Id="rId12" Type="http://schemas.openxmlformats.org/officeDocument/2006/relationships/slide" Target="slides/slide8.xml"/><Relationship Id="rId56" Type="http://schemas.openxmlformats.org/officeDocument/2006/relationships/font" Target="fonts/Montserrat-bold.fntdata"/><Relationship Id="rId15" Type="http://schemas.openxmlformats.org/officeDocument/2006/relationships/slide" Target="slides/slide11.xml"/><Relationship Id="rId59" Type="http://schemas.openxmlformats.org/officeDocument/2006/relationships/font" Target="fonts/Overpass-regular.fntdata"/><Relationship Id="rId14" Type="http://schemas.openxmlformats.org/officeDocument/2006/relationships/slide" Target="slides/slide10.xml"/><Relationship Id="rId58" Type="http://schemas.openxmlformats.org/officeDocument/2006/relationships/font" Target="fonts/Montserrat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66fa6eeb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66fa6eeb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6fa6ee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66fa6ee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6fa6eeb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6fa6eeb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6fa6eeb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6fa6eeb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6fa6eeb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6fa6eeb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6fa6eeb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6fa6eeb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6fa6eeb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6fa6eeb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6fa6eeb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6fa6eeb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6fa6eeb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6fa6eeb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6fa6eeb5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66fa6eeb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0f1754bdf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0f1754bdf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0f1754bdf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0f1754bdf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1754bdf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1754bdf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0f1754bdf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0f1754bdf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0f1754bdf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0f1754bdf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0f1754bd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0f1754bd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0f1754bd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0f1754bd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0f1754bd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0f1754bd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f1754bd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0f1754bd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80afe03fdf_4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80afe03fdf_4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80afe03fdf_4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80afe03fdf_4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80afe03fdf_4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80afe03fdf_4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80afe03fdf_4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80afe03fdf_4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80afe03fdf_4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80afe03fdf_4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80afe03fdf_4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80afe03fdf_4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80afe03fdf_4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80afe03fdf_4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80afe03fdf_42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80afe03fdf_4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80afe03fdf_42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80afe03fdf_4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80afe03fdf_42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80afe03fdf_42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80afe03fdf_42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80afe03fdf_42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0f1754bd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0f1754bd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0f1754bd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0f1754bd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0f1754b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0f1754b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0f1754bd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0f1754bd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b3187ed9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b3187ed9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0f1754bd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0f1754bd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0f1754bd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0f1754bd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0f15237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0f15237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b3187ed98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b3187ed98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b3187ed98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b3187ed98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0f1754bd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0f1754bd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0f1754bd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0f1754bd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0f1754bdf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0f1754bd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0f1754bdf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0f1754bdf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0f1754bdf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0f1754bdf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0f152378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0f152378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0f152378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0f152378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mailto:info@pieriantraining.com" TargetMode="External"/><Relationship Id="rId4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Course 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PLEASE DON’T SKIP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THIS LECTURE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/>
          <p:nvPr/>
        </p:nvSpPr>
        <p:spPr>
          <a:xfrm>
            <a:off x="3962850" y="3109950"/>
            <a:ext cx="1218300" cy="1218300"/>
          </a:xfrm>
          <a:prstGeom prst="smileyFace">
            <a:avLst>
              <a:gd fmla="val 4653" name="adj"/>
            </a:avLst>
          </a:prstGeom>
          <a:solidFill>
            <a:srgbClr val="9FC5E8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Course Overview Lecture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Useful tips for going through the course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to get help during the course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Advice on how to approach the course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to find the course notebooks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to use the student chat channel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Useful Tips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the gear setting to speed up or slow down videos.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the Udemy App to download videos of course lectures.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Make sure to make use of QA Forums, lots of previous discussion available there!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How to get help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Double check against course notebooks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Quick Google or StackOverflow Search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Search the QA Forums in the course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Check out FAQ lecture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Submit new question in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QA forums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Details on what you’ve tried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Screenshot of error or code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How to get help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Platform level issues please email:	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info@pieriantraining.com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Video playback issues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Certification issues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Payment issues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How to approach course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Best way to approach the course is review the notebooks along with the video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Beginners: Read extra notes in the notebook along with the video guide.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Experienced: Read the notebooks to see if you only need to review certain parts of the video lecture.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Course Notebooks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Check your Automated Welcome message for the link to the notebooks.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Later on we will review how to download and open them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Running Python Code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lecture.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Link is also in the FAQ lecture.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Student Chat Channel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the link in the automated welcome message to join our discord server.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automated welcome message also includes a link to a YouTube video describing how to use and log in to the chat server.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" name="Google Shape;121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Student Chat Channel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Remember, purpose of chat channel is to connect students with other students.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Technical questions related to course material are best suited for the QA forums.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" name="Google Shape;129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THANK YOU!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5" name="Google Shape;135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2 vs Python 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2" name="Google Shape;142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3" name="Google Shape;143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Choosing between Python 2 vs 3 used to be a very difficult decision for newcomers to the Python programming language.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Many companies still had legacy Python 2 code to be maintained.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0" name="Google Shape;150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1" name="Google Shape;151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course was initially released teaching both versions of Python (2 and 3).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versions were similar enough that it was easy to learn both simultaneously.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every major external python package has been updated to support Python 3!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8" name="Google Shape;158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9" name="Google Shape;159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course now focuses solely on Python 3.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All the code, notebooks, and videos have been updated to Python 3.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need be, going back to Python 2 syntax is a very easy jump once you know Python 3.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6" name="Google Shape;166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7" name="Google Shape;167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3 is the future of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use Python 3 for this course.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Old notebooks are available in case you need Python 2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 by installing Python 3!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4" name="Google Shape;174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5" name="Google Shape;175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Command Line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Crash Course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1" name="Google Shape;181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2" name="Google Shape;182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Before we install anything, its important to have a very quick overview of how to work at the command line.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allows you to programmatically move through your computer’s directories.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9" name="Google Shape;189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0" name="Google Shape;190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cover: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Find your current directory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Listing all files in a directory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to change directory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to clear the command line screen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7" name="Google Shape;197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8" name="Google Shape;198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MacOS and Linux Users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Jump to: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Windows Users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Jump to: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5" name="Google Shape;205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6" name="Google Shape;206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213" name="Google Shape;213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4" name="Google Shape;214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lecture we will do a brief overview of what Python is, why choose Python for programming, and what you can do with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lecture in particular is geared towards people new to programming.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1" name="Google Shape;221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2" name="Google Shape;222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35"/>
          <p:cNvSpPr txBox="1"/>
          <p:nvPr>
            <p:ph idx="1" type="body"/>
          </p:nvPr>
        </p:nvSpPr>
        <p:spPr>
          <a:xfrm>
            <a:off x="311700" y="1152475"/>
            <a:ext cx="564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Brief History of Python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Created in 1990 by Guido van Rossum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3 released in 2008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9" name="Google Shape;229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0" name="Google Shape;230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8175" y="2567296"/>
            <a:ext cx="3647624" cy="24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36"/>
          <p:cNvSpPr txBox="1"/>
          <p:nvPr>
            <p:ph idx="1" type="body"/>
          </p:nvPr>
        </p:nvSpPr>
        <p:spPr>
          <a:xfrm>
            <a:off x="311700" y="1152475"/>
            <a:ext cx="564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Brief History of Python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Specifically designed as an easy to use language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High focus on readability of code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8" name="Google Shape;238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9" name="Google Shape;239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8175" y="2567296"/>
            <a:ext cx="3647624" cy="24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Why Choose Python?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Designed for clear, logical code that is easy to read and learn.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Lots of existing libraries and frameworks written in Python allowing users to apply Python to a wide variety of tasks.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7" name="Google Shape;247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8" name="Google Shape;248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Why Choose Python?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Focuses on optimizing developer time, rather than a computer’s processing time.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Great documentation online: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docs.python.org/3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5" name="Google Shape;255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6" name="Google Shape;256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3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can you do with Python?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course first focuses on “base” Python, which consists of the core components of the language and writing scripts and small programs.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Later we begin to learn about outside libraries and frameworks that greatly expand Python’s capabilities.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3" name="Google Shape;263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4" name="Google Shape;264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4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can you do with Python?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Automate simple tasks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Searching for files and editing them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Scraping information from a website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Reading and editing excel files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Work with PDFs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Automate emails and text messages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Fill out forms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1" name="Google Shape;271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2" name="Google Shape;272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4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can you do with Python?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 Science and Machine Learning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Analyze large data files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visualizations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Perform machine learning tasks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and run predictive algorithms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9" name="Google Shape;279;p4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0" name="Google Shape;280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4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What can you do with Python?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websites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web frameworks such as Django and Flask to handle the backend of a website and user data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Create interactive dashboards for users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7" name="Google Shape;287;p4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8" name="Google Shape;288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Once you understand base Python and begin working with a few libraries, you’ll quickly begin to see the vast potential Python has for your own projects!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 with setting you up for the course!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5" name="Google Shape;295;p4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6" name="Google Shape;296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Windows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Command Line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2" name="Google Shape;302;p4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3" name="Google Shape;303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MacOS and Linux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Command Line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9" name="Google Shape;309;p4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0" name="Google Shape;310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6"/>
          <p:cNvSpPr txBox="1"/>
          <p:nvPr>
            <p:ph type="ctrTitle"/>
          </p:nvPr>
        </p:nvSpPr>
        <p:spPr>
          <a:xfrm>
            <a:off x="311700" y="1735675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Installing Python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6" name="Google Shape;316;p4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7" name="Google Shape;317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4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many ways to run Python!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Later on we’ll explore the difference between running a Python .py script or running Python code in a notebook environment.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Either way, we will still want to install Python!</a:t>
            </a:r>
            <a:endParaRPr b="1"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4" name="Google Shape;324;p4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5" name="Google Shape;325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4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Installation Lecture: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Install Anaconda Distribution for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Anaconda installs Python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 easy to use development environment and navigator launch tool.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Briefly run Jupyter Notebook.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Explore “no install” online options.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2" name="Google Shape;332;p4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3" name="Google Shape;333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4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Quick Note: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now many online “no install” Python environments that can run in the browser (as long as you have an internet connection).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While not officially part of the course, we will give you a brief tour of these online “no install” options at the end.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0" name="Google Shape;340;p4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1" name="Google Shape;341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5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install Python we will use the free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Individual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Anaconda distribution.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distribution includes Python as well as many other useful libraries, including Jupyter Notebook environment.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Anaconda can also easily be installed on to any major OS, Windows, MacOS, or Linux.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8" name="Google Shape;348;p5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9" name="Google Shape;349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5" name="Google Shape;355;p51"/>
          <p:cNvSpPr txBox="1"/>
          <p:nvPr>
            <p:ph idx="1" type="body"/>
          </p:nvPr>
        </p:nvSpPr>
        <p:spPr>
          <a:xfrm>
            <a:off x="311700" y="1820825"/>
            <a:ext cx="8684100" cy="27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		</a:t>
            </a:r>
            <a:r>
              <a:rPr b="1" lang="en" sz="3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www.anaconda.com/downloads</a:t>
            </a:r>
            <a:endParaRPr b="1" sz="3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6" name="Google Shape;356;p5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7" name="Google Shape;357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5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“No Install” Options: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jupyter.org/try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Google Collab Online Notebooks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Repl.it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Google Search: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“Python Interpreter Online”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4" name="Google Shape;364;p5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5" name="Google Shape;365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1" name="Google Shape;371;p5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“No Install” Options: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Hard to upload your own code,data, or notebooks!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May not save your code in the free version!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 officially part of this course or supported by this course!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2" name="Google Shape;372;p5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3" name="Google Shape;373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Running Python Code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9" name="Google Shape;379;p5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0" name="Google Shape;380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" name="Google Shape;386;p5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several ways to run Python code.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 let’s discuss the various options for development environments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3 main types of environments: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Text Editors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Full IDEs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Notebook Environments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7" name="Google Shape;387;p5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8" name="Google Shape;388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5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Text Editors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 editors for any text file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Work with a variety of file types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Can be customized with plugins and add-ons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mind, most are not designed with only Python in mind.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popular: Sublime Text and Atom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5" name="Google Shape;395;p5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6" name="Google Shape;396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5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Full IDEs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Development Environments designed specifically for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Larger programs.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Only community editions are free.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Designed specifically for Python, lots of extra functionality.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popular: PyCharm and Spyder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3" name="Google Shape;403;p5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4" name="Google Shape;404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5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Notebook Environments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Great for learning.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See input and output next to each other.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Support in-line markdown notes, visualizations, videos, and more.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Special file formats that are not .py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popular is Jupyter Notebook.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1" name="Google Shape;411;p5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2" name="Google Shape;412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8" name="Google Shape;418;p5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Most important note: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Development Environments are a personal choice highly dependent on personal preference.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Choose whichever development environment you prefer!</a:t>
            </a:r>
            <a:endParaRPr b="1" sz="290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9" name="Google Shape;419;p5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0" name="Google Shape;420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6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now explore how to run Python code: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 with an editor to create a .py script and run the file at your command line.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Then with a Jupyter Notebook.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 let’s download sublime text editor: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www.sublimetext.com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7" name="Google Shape;427;p6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8" name="Google Shape;428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1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Course Notebooks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4" name="Google Shape;434;p6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5" name="Google Shape;435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62"/>
          <p:cNvSpPr txBox="1"/>
          <p:nvPr>
            <p:ph idx="1" type="body"/>
          </p:nvPr>
        </p:nvSpPr>
        <p:spPr>
          <a:xfrm>
            <a:off x="0" y="1152475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show you how to get the course notebooks!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Go to the resource link: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  <a:latin typeface="Overpass"/>
                <a:ea typeface="Overpass"/>
                <a:cs typeface="Overpass"/>
                <a:sym typeface="Overpass"/>
              </a:rPr>
              <a:t>https://github.com/Pierian-Data/Complete-Python-3-Bootcamp</a:t>
            </a:r>
            <a:endParaRPr sz="2400">
              <a:solidFill>
                <a:srgbClr val="434343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2" name="Google Shape;442;p6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3" name="Google Shape;443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